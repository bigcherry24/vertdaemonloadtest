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DD749E6-3E31-4C37-AC57-26164AA2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89"/>
            <a:ext cx="16189961" cy="89944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46489-AC96-4A81-8B88-D9338AC70DFC}"/>
              </a:ext>
            </a:extLst>
          </p:cNvPr>
          <p:cNvSpPr txBox="1"/>
          <p:nvPr/>
        </p:nvSpPr>
        <p:spPr>
          <a:xfrm>
            <a:off x="660400" y="8203873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2026.6.3 Biz</a:t>
            </a:r>
            <a:r>
              <a:rPr lang="ko-KR" altLang="en-US" b="1" dirty="0">
                <a:latin typeface="+mj-ea"/>
                <a:ea typeface="+mj-ea"/>
              </a:rPr>
              <a:t>경영운영팀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사용자 지정</PresentationFormat>
  <Paragraphs>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김영두(KIM Youngdoo)/제조MIS AX서비스1팀/SK</cp:lastModifiedBy>
  <cp:revision>3</cp:revision>
  <dcterms:created xsi:type="dcterms:W3CDTF">2006-08-16T00:00:00Z</dcterms:created>
  <dcterms:modified xsi:type="dcterms:W3CDTF">2026-06-04T06:19:59Z</dcterms:modified>
</cp:coreProperties>
</file>