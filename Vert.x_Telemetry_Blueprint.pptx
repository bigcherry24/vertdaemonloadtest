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076B71-05E5-40ED-BB80-FAC638FFFD0E}"/>
              </a:ext>
            </a:extLst>
          </p:cNvPr>
          <p:cNvSpPr txBox="1"/>
          <p:nvPr/>
        </p:nvSpPr>
        <p:spPr>
          <a:xfrm>
            <a:off x="736600" y="8627006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2026.6.4 Biz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경영운영팀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사용자 지정</PresentationFormat>
  <Paragraphs>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김영두(KIM Youngdoo)/제조MIS AX서비스1팀/SK</cp:lastModifiedBy>
  <cp:revision>3</cp:revision>
  <dcterms:created xsi:type="dcterms:W3CDTF">2006-08-16T00:00:00Z</dcterms:created>
  <dcterms:modified xsi:type="dcterms:W3CDTF">2026-06-04T06:12:49Z</dcterms:modified>
</cp:coreProperties>
</file>